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c8I25XPFYYuVNHQugywhJ1f3x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9fad038dd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9fad038d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9fad038dd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9fad038d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9fad038dd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9fad038d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9fad038dd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9fad038d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555650" y="218737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Очистка музыки от шума *дыхания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Подготовка данных</a:t>
            </a:r>
            <a:endParaRPr/>
          </a:p>
        </p:txBody>
      </p:sp>
      <p:sp>
        <p:nvSpPr>
          <p:cNvPr id="91" name="Google Shape;91;p3"/>
          <p:cNvSpPr txBox="1"/>
          <p:nvPr>
            <p:ph idx="1" type="body"/>
          </p:nvPr>
        </p:nvSpPr>
        <p:spPr>
          <a:xfrm>
            <a:off x="652425" y="2348300"/>
            <a:ext cx="8229600" cy="24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Аудио взяты из MUSDB18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Шумы дыхания получены отдельно и </a:t>
            </a:r>
            <a:r>
              <a:rPr lang="en-US"/>
              <a:t>будут рандомно накладываться на музыку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EDA: Waves</a:t>
            </a:r>
            <a:endParaRPr/>
          </a:p>
        </p:txBody>
      </p:sp>
      <p:sp>
        <p:nvSpPr>
          <p:cNvPr id="97" name="Google Shape;97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875" y="1276177"/>
            <a:ext cx="7794099" cy="178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849" y="4306475"/>
            <a:ext cx="7641676" cy="16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275" y="3106038"/>
            <a:ext cx="6670900" cy="15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9fad038dd_0_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EDA: Спектр</a:t>
            </a:r>
            <a:endParaRPr/>
          </a:p>
        </p:txBody>
      </p:sp>
      <p:sp>
        <p:nvSpPr>
          <p:cNvPr id="106" name="Google Shape;106;g359fad038dd_0_3"/>
          <p:cNvSpPr txBox="1"/>
          <p:nvPr>
            <p:ph idx="1" type="body"/>
          </p:nvPr>
        </p:nvSpPr>
        <p:spPr>
          <a:xfrm>
            <a:off x="457200" y="4480350"/>
            <a:ext cx="8229600" cy="164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g359fad038dd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775" y="1417650"/>
            <a:ext cx="8184575" cy="358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59fad038dd_0_3"/>
          <p:cNvSpPr txBox="1"/>
          <p:nvPr>
            <p:ph idx="1" type="body"/>
          </p:nvPr>
        </p:nvSpPr>
        <p:spPr>
          <a:xfrm>
            <a:off x="457200" y="4983300"/>
            <a:ext cx="8229600" cy="13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63537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-"/>
            </a:pPr>
            <a:r>
              <a:rPr lang="en-US" sz="2500"/>
              <a:t>спектр можно представить в двумерном массиве(x-time, y-freq)</a:t>
            </a:r>
            <a:endParaRPr sz="2500"/>
          </a:p>
          <a:p>
            <a:pPr indent="-3635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500"/>
              <a:t>mel spectogram более различимый для уха формат</a:t>
            </a:r>
            <a:endParaRPr sz="2500"/>
          </a:p>
          <a:p>
            <a:pPr indent="-3635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500"/>
              <a:t>в спектре различимы гармоники разных инструментов и вокала</a:t>
            </a:r>
            <a:endParaRPr sz="2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9fad038dd_0_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g359fad038dd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25" y="184907"/>
            <a:ext cx="9144001" cy="401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59fad038dd_0_9"/>
          <p:cNvSpPr txBox="1"/>
          <p:nvPr>
            <p:ph idx="1" type="body"/>
          </p:nvPr>
        </p:nvSpPr>
        <p:spPr>
          <a:xfrm>
            <a:off x="457200" y="4504750"/>
            <a:ext cx="8165700" cy="164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27818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-"/>
            </a:pPr>
            <a:r>
              <a:rPr lang="en-US" sz="2500"/>
              <a:t>В шуме дыхания гармоника неразличима, частота почти равномерна с большей </a:t>
            </a:r>
            <a:r>
              <a:rPr lang="en-US" sz="2500"/>
              <a:t>интенсивностью</a:t>
            </a:r>
            <a:r>
              <a:rPr lang="en-US" sz="2500"/>
              <a:t> в нижней половине, ярче = выше громкость</a:t>
            </a:r>
            <a:endParaRPr sz="2500"/>
          </a:p>
          <a:p>
            <a:pPr indent="-32781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500"/>
              <a:t>При наложении на музыку не сильно нарушает гармонику, но делает нижнюю часть более интенсивной</a:t>
            </a:r>
            <a:endParaRPr sz="2500"/>
          </a:p>
          <a:p>
            <a:pPr indent="-32781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500"/>
              <a:t>Можно спектр тоже можно учесть в лосс функции, но на более позднем этапе когда нужно улучшать нюансы звука</a:t>
            </a:r>
            <a:endParaRPr sz="2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Выбрал фокус на Wave</a:t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457200" y="1925875"/>
            <a:ext cx="8229600" cy="4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Шум можно охарактеризовать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RMS (Root Mean Square)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Это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среднеквадратичное значение амплитуды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аудиосигнала в окне (например, 25 мс)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Zero Crossing Rate (ZCR)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Это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частота пересечения нуля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то есть, сколько раз сигнал меняет знак за окно.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ZCR высокий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→ шум, шипение, дыхание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9fad038dd_0_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Маска шума</a:t>
            </a:r>
            <a:endParaRPr/>
          </a:p>
        </p:txBody>
      </p:sp>
      <p:sp>
        <p:nvSpPr>
          <p:cNvPr id="127" name="Google Shape;127;g359fad038dd_0_2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Boolean график на основе порогов: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RMS_THRESHOLD = 0.03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ZCR_THRESHOLD = 0.2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g359fad038dd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75" y="3051675"/>
            <a:ext cx="8371149" cy="202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BreathAwareLoss</a:t>
            </a:r>
            <a:endParaRPr/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1008250" y="3203125"/>
            <a:ext cx="7589100" cy="28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Сравниваем одномерные массивы волн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Базовый L1 по всему сигналу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Усиленный L1 по маске дыхания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375" y="1549650"/>
            <a:ext cx="4072875" cy="127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457200" y="274650"/>
            <a:ext cx="80679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060"/>
              <a:t>Модель Denoising Autoencoder + наработки от Demucs(Facebook)</a:t>
            </a:r>
            <a:endParaRPr sz="3060"/>
          </a:p>
        </p:txBody>
      </p:sp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66550" y="1295600"/>
            <a:ext cx="146400" cy="2473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185000" y="2371375"/>
            <a:ext cx="146400" cy="2473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793000" y="3429000"/>
            <a:ext cx="146400" cy="2473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498800" y="3294450"/>
            <a:ext cx="146400" cy="2473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279775" y="2291625"/>
            <a:ext cx="146400" cy="2473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993500" y="1353925"/>
            <a:ext cx="146400" cy="2473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6"/>
          <p:cNvCxnSpPr/>
          <p:nvPr/>
        </p:nvCxnSpPr>
        <p:spPr>
          <a:xfrm>
            <a:off x="853650" y="1535400"/>
            <a:ext cx="51009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6"/>
          <p:cNvCxnSpPr/>
          <p:nvPr/>
        </p:nvCxnSpPr>
        <p:spPr>
          <a:xfrm>
            <a:off x="1471925" y="2568575"/>
            <a:ext cx="3595800" cy="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6"/>
          <p:cNvSpPr txBox="1"/>
          <p:nvPr/>
        </p:nvSpPr>
        <p:spPr>
          <a:xfrm>
            <a:off x="2901750" y="1109550"/>
            <a:ext cx="130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2936275" y="2156850"/>
            <a:ext cx="120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2051851" y="4764825"/>
            <a:ext cx="2358000" cy="53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LSTM bottleneck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6"/>
          <p:cNvCxnSpPr/>
          <p:nvPr/>
        </p:nvCxnSpPr>
        <p:spPr>
          <a:xfrm>
            <a:off x="821125" y="3016000"/>
            <a:ext cx="3090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6"/>
          <p:cNvCxnSpPr/>
          <p:nvPr/>
        </p:nvCxnSpPr>
        <p:spPr>
          <a:xfrm>
            <a:off x="1364000" y="3743800"/>
            <a:ext cx="400800" cy="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6"/>
          <p:cNvCxnSpPr/>
          <p:nvPr/>
        </p:nvCxnSpPr>
        <p:spPr>
          <a:xfrm>
            <a:off x="4572000" y="3914675"/>
            <a:ext cx="6828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6"/>
          <p:cNvCxnSpPr/>
          <p:nvPr/>
        </p:nvCxnSpPr>
        <p:spPr>
          <a:xfrm flipH="1" rot="10800000">
            <a:off x="5426175" y="3276450"/>
            <a:ext cx="552600" cy="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9fad038dd_0_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59fad038dd_0_4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добавление skip как в unet дало прирост по loss 10%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добавление LSTM дало прирост loss на 10%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Результаты</a:t>
            </a:r>
            <a:endParaRPr/>
          </a:p>
        </p:txBody>
      </p:sp>
      <p:sp>
        <p:nvSpPr>
          <p:cNvPr id="168" name="Google Shape;168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Некоторые у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лучшение очистки достигнуто с помощью L1 + маски, </a:t>
            </a:r>
            <a:r>
              <a:rPr lang="en-US"/>
              <a:t>хоть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шум тише, его </a:t>
            </a:r>
            <a:r>
              <a:rPr lang="en-US"/>
              <a:t>отчетливо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слы</a:t>
            </a:r>
            <a:r>
              <a:rPr lang="en-US"/>
              <a:t>шно 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Spectral Loss</a:t>
            </a:r>
            <a:r>
              <a:rPr lang="en-US"/>
              <a:t> можно было применить если бы мы научились сводить L1 и работали над улучшением звука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Выводы</a:t>
            </a:r>
            <a:endParaRPr/>
          </a:p>
        </p:txBody>
      </p:sp>
      <p:sp>
        <p:nvSpPr>
          <p:cNvPr id="174" name="Google Shape;174;p9"/>
          <p:cNvSpPr txBox="1"/>
          <p:nvPr>
            <p:ph idx="1" type="body"/>
          </p:nvPr>
        </p:nvSpPr>
        <p:spPr>
          <a:xfrm>
            <a:off x="457200" y="1417650"/>
            <a:ext cx="8229600" cy="4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Маска помогает сфокусировать модель на шумах но недостаточно, решить задачу очистки музыки в лоб слишком оптимистичная задача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Согласно проверенным наработкам в области музыкальной сепарации, более эффективный подход:</a:t>
            </a:r>
            <a:endParaRPr/>
          </a:p>
          <a:p>
            <a:pPr indent="45720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1. Сначала разделить музыку на отдельные компоненты(vocal, drums, bass, etc.)  с помощью библиотек либо самописный вариант например Unet похожи на этот</a:t>
            </a:r>
            <a:endParaRPr/>
          </a:p>
          <a:p>
            <a:pPr indent="45720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2. При необходимости очищать нужную дорожку, так как однородный звук очистить намного проще</a:t>
            </a:r>
            <a:endParaRPr/>
          </a:p>
          <a:p>
            <a:pPr indent="45720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3. И, наконец, объединять очищенные треки обратно в финальный микс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